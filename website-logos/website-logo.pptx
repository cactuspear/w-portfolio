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10799763" cy="10799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 varScale="1">
        <p:scale>
          <a:sx n="77" d="100"/>
          <a:sy n="77" d="100"/>
        </p:scale>
        <p:origin x="104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9982" y="1767462"/>
            <a:ext cx="9179799" cy="3759917"/>
          </a:xfrm>
        </p:spPr>
        <p:txBody>
          <a:bodyPr anchor="b"/>
          <a:lstStyle>
            <a:lvl1pPr algn="ctr">
              <a:defRPr sz="708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49971" y="5672376"/>
            <a:ext cx="8099822" cy="2607442"/>
          </a:xfrm>
        </p:spPr>
        <p:txBody>
          <a:bodyPr/>
          <a:lstStyle>
            <a:lvl1pPr marL="0" indent="0" algn="ctr">
              <a:buNone/>
              <a:defRPr sz="2835"/>
            </a:lvl1pPr>
            <a:lvl2pPr marL="539999" indent="0" algn="ctr">
              <a:buNone/>
              <a:defRPr sz="2362"/>
            </a:lvl2pPr>
            <a:lvl3pPr marL="1079998" indent="0" algn="ctr">
              <a:buNone/>
              <a:defRPr sz="2126"/>
            </a:lvl3pPr>
            <a:lvl4pPr marL="1619997" indent="0" algn="ctr">
              <a:buNone/>
              <a:defRPr sz="1890"/>
            </a:lvl4pPr>
            <a:lvl5pPr marL="2159996" indent="0" algn="ctr">
              <a:buNone/>
              <a:defRPr sz="1890"/>
            </a:lvl5pPr>
            <a:lvl6pPr marL="2699995" indent="0" algn="ctr">
              <a:buNone/>
              <a:defRPr sz="1890"/>
            </a:lvl6pPr>
            <a:lvl7pPr marL="3239994" indent="0" algn="ctr">
              <a:buNone/>
              <a:defRPr sz="1890"/>
            </a:lvl7pPr>
            <a:lvl8pPr marL="3779992" indent="0" algn="ctr">
              <a:buNone/>
              <a:defRPr sz="1890"/>
            </a:lvl8pPr>
            <a:lvl9pPr marL="4319991" indent="0" algn="ctr">
              <a:buNone/>
              <a:defRPr sz="189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6FE15-438E-E24B-8C98-F844D4F131D8}" type="datetimeFigureOut">
              <a:rPr lang="en-US" smtClean="0"/>
              <a:t>2/19/25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9510D-DD11-0B47-B2C7-970865113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494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6FE15-438E-E24B-8C98-F844D4F131D8}" type="datetimeFigureOut">
              <a:rPr lang="en-US" smtClean="0"/>
              <a:t>2/19/25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9510D-DD11-0B47-B2C7-970865113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8510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859" y="2692444"/>
            <a:ext cx="9314796" cy="4492401"/>
          </a:xfrm>
        </p:spPr>
        <p:txBody>
          <a:bodyPr anchor="b"/>
          <a:lstStyle>
            <a:lvl1pPr>
              <a:defRPr sz="708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859" y="7227345"/>
            <a:ext cx="9314796" cy="2362447"/>
          </a:xfrm>
        </p:spPr>
        <p:txBody>
          <a:bodyPr/>
          <a:lstStyle>
            <a:lvl1pPr marL="0" indent="0">
              <a:buNone/>
              <a:defRPr sz="2835">
                <a:solidFill>
                  <a:schemeClr val="tx1">
                    <a:tint val="82000"/>
                  </a:schemeClr>
                </a:solidFill>
              </a:defRPr>
            </a:lvl1pPr>
            <a:lvl2pPr marL="539999" indent="0">
              <a:buNone/>
              <a:defRPr sz="2362">
                <a:solidFill>
                  <a:schemeClr val="tx1">
                    <a:tint val="82000"/>
                  </a:schemeClr>
                </a:solidFill>
              </a:defRPr>
            </a:lvl2pPr>
            <a:lvl3pPr marL="1079998" indent="0">
              <a:buNone/>
              <a:defRPr sz="2126">
                <a:solidFill>
                  <a:schemeClr val="tx1">
                    <a:tint val="82000"/>
                  </a:schemeClr>
                </a:solidFill>
              </a:defRPr>
            </a:lvl3pPr>
            <a:lvl4pPr marL="1619997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4pPr>
            <a:lvl5pPr marL="2159996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5pPr>
            <a:lvl6pPr marL="2699995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6pPr>
            <a:lvl7pPr marL="3239994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7pPr>
            <a:lvl8pPr marL="3779992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8pPr>
            <a:lvl9pPr marL="4319991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6FE15-438E-E24B-8C98-F844D4F131D8}" type="datetimeFigureOut">
              <a:rPr lang="en-US" smtClean="0"/>
              <a:t>2/19/25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9510D-DD11-0B47-B2C7-970865113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7937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42484" y="2874937"/>
            <a:ext cx="4589899" cy="6852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67380" y="2874937"/>
            <a:ext cx="4589899" cy="6852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6FE15-438E-E24B-8C98-F844D4F131D8}" type="datetimeFigureOut">
              <a:rPr lang="en-US" smtClean="0"/>
              <a:t>2/19/25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9510D-DD11-0B47-B2C7-970865113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6719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0" y="574990"/>
            <a:ext cx="9314796" cy="208745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3892" y="2647443"/>
            <a:ext cx="4568805" cy="1297471"/>
          </a:xfrm>
        </p:spPr>
        <p:txBody>
          <a:bodyPr anchor="b"/>
          <a:lstStyle>
            <a:lvl1pPr marL="0" indent="0">
              <a:buNone/>
              <a:defRPr sz="2835" b="1"/>
            </a:lvl1pPr>
            <a:lvl2pPr marL="539999" indent="0">
              <a:buNone/>
              <a:defRPr sz="2362" b="1"/>
            </a:lvl2pPr>
            <a:lvl3pPr marL="1079998" indent="0">
              <a:buNone/>
              <a:defRPr sz="2126" b="1"/>
            </a:lvl3pPr>
            <a:lvl4pPr marL="1619997" indent="0">
              <a:buNone/>
              <a:defRPr sz="1890" b="1"/>
            </a:lvl4pPr>
            <a:lvl5pPr marL="2159996" indent="0">
              <a:buNone/>
              <a:defRPr sz="1890" b="1"/>
            </a:lvl5pPr>
            <a:lvl6pPr marL="2699995" indent="0">
              <a:buNone/>
              <a:defRPr sz="1890" b="1"/>
            </a:lvl6pPr>
            <a:lvl7pPr marL="3239994" indent="0">
              <a:buNone/>
              <a:defRPr sz="1890" b="1"/>
            </a:lvl7pPr>
            <a:lvl8pPr marL="3779992" indent="0">
              <a:buNone/>
              <a:defRPr sz="1890" b="1"/>
            </a:lvl8pPr>
            <a:lvl9pPr marL="4319991" indent="0">
              <a:buNone/>
              <a:defRPr sz="189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3892" y="3944914"/>
            <a:ext cx="4568805" cy="58023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67381" y="2647443"/>
            <a:ext cx="4591306" cy="1297471"/>
          </a:xfrm>
        </p:spPr>
        <p:txBody>
          <a:bodyPr anchor="b"/>
          <a:lstStyle>
            <a:lvl1pPr marL="0" indent="0">
              <a:buNone/>
              <a:defRPr sz="2835" b="1"/>
            </a:lvl1pPr>
            <a:lvl2pPr marL="539999" indent="0">
              <a:buNone/>
              <a:defRPr sz="2362" b="1"/>
            </a:lvl2pPr>
            <a:lvl3pPr marL="1079998" indent="0">
              <a:buNone/>
              <a:defRPr sz="2126" b="1"/>
            </a:lvl3pPr>
            <a:lvl4pPr marL="1619997" indent="0">
              <a:buNone/>
              <a:defRPr sz="1890" b="1"/>
            </a:lvl4pPr>
            <a:lvl5pPr marL="2159996" indent="0">
              <a:buNone/>
              <a:defRPr sz="1890" b="1"/>
            </a:lvl5pPr>
            <a:lvl6pPr marL="2699995" indent="0">
              <a:buNone/>
              <a:defRPr sz="1890" b="1"/>
            </a:lvl6pPr>
            <a:lvl7pPr marL="3239994" indent="0">
              <a:buNone/>
              <a:defRPr sz="1890" b="1"/>
            </a:lvl7pPr>
            <a:lvl8pPr marL="3779992" indent="0">
              <a:buNone/>
              <a:defRPr sz="1890" b="1"/>
            </a:lvl8pPr>
            <a:lvl9pPr marL="4319991" indent="0">
              <a:buNone/>
              <a:defRPr sz="189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67381" y="3944914"/>
            <a:ext cx="4591306" cy="58023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6FE15-438E-E24B-8C98-F844D4F131D8}" type="datetimeFigureOut">
              <a:rPr lang="en-US" smtClean="0"/>
              <a:t>2/19/25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9510D-DD11-0B47-B2C7-970865113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0968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6FE15-438E-E24B-8C98-F844D4F131D8}" type="datetimeFigureOut">
              <a:rPr lang="en-US" smtClean="0"/>
              <a:t>2/19/25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9510D-DD11-0B47-B2C7-970865113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198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6FE15-438E-E24B-8C98-F844D4F131D8}" type="datetimeFigureOut">
              <a:rPr lang="en-US" smtClean="0"/>
              <a:t>2/19/25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9510D-DD11-0B47-B2C7-970865113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0492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0" y="719984"/>
            <a:ext cx="3483205" cy="2519945"/>
          </a:xfrm>
        </p:spPr>
        <p:txBody>
          <a:bodyPr anchor="b"/>
          <a:lstStyle>
            <a:lvl1pPr>
              <a:defRPr sz="37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1306" y="1554968"/>
            <a:ext cx="5467380" cy="7674832"/>
          </a:xfrm>
        </p:spPr>
        <p:txBody>
          <a:bodyPr/>
          <a:lstStyle>
            <a:lvl1pPr>
              <a:defRPr sz="3780"/>
            </a:lvl1pPr>
            <a:lvl2pPr>
              <a:defRPr sz="3307"/>
            </a:lvl2pPr>
            <a:lvl3pPr>
              <a:defRPr sz="2835"/>
            </a:lvl3pPr>
            <a:lvl4pPr>
              <a:defRPr sz="2362"/>
            </a:lvl4pPr>
            <a:lvl5pPr>
              <a:defRPr sz="2362"/>
            </a:lvl5pPr>
            <a:lvl6pPr>
              <a:defRPr sz="2362"/>
            </a:lvl6pPr>
            <a:lvl7pPr>
              <a:defRPr sz="2362"/>
            </a:lvl7pPr>
            <a:lvl8pPr>
              <a:defRPr sz="2362"/>
            </a:lvl8pPr>
            <a:lvl9pPr>
              <a:defRPr sz="236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3890" y="3239929"/>
            <a:ext cx="3483205" cy="6002369"/>
          </a:xfrm>
        </p:spPr>
        <p:txBody>
          <a:bodyPr/>
          <a:lstStyle>
            <a:lvl1pPr marL="0" indent="0">
              <a:buNone/>
              <a:defRPr sz="1890"/>
            </a:lvl1pPr>
            <a:lvl2pPr marL="539999" indent="0">
              <a:buNone/>
              <a:defRPr sz="1654"/>
            </a:lvl2pPr>
            <a:lvl3pPr marL="1079998" indent="0">
              <a:buNone/>
              <a:defRPr sz="1417"/>
            </a:lvl3pPr>
            <a:lvl4pPr marL="1619997" indent="0">
              <a:buNone/>
              <a:defRPr sz="1181"/>
            </a:lvl4pPr>
            <a:lvl5pPr marL="2159996" indent="0">
              <a:buNone/>
              <a:defRPr sz="1181"/>
            </a:lvl5pPr>
            <a:lvl6pPr marL="2699995" indent="0">
              <a:buNone/>
              <a:defRPr sz="1181"/>
            </a:lvl6pPr>
            <a:lvl7pPr marL="3239994" indent="0">
              <a:buNone/>
              <a:defRPr sz="1181"/>
            </a:lvl7pPr>
            <a:lvl8pPr marL="3779992" indent="0">
              <a:buNone/>
              <a:defRPr sz="1181"/>
            </a:lvl8pPr>
            <a:lvl9pPr marL="4319991" indent="0">
              <a:buNone/>
              <a:defRPr sz="118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6FE15-438E-E24B-8C98-F844D4F131D8}" type="datetimeFigureOut">
              <a:rPr lang="en-US" smtClean="0"/>
              <a:t>2/19/25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9510D-DD11-0B47-B2C7-970865113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780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0" y="719984"/>
            <a:ext cx="3483205" cy="2519945"/>
          </a:xfrm>
        </p:spPr>
        <p:txBody>
          <a:bodyPr anchor="b"/>
          <a:lstStyle>
            <a:lvl1pPr>
              <a:defRPr sz="37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91306" y="1554968"/>
            <a:ext cx="5467380" cy="7674832"/>
          </a:xfrm>
        </p:spPr>
        <p:txBody>
          <a:bodyPr anchor="t"/>
          <a:lstStyle>
            <a:lvl1pPr marL="0" indent="0">
              <a:buNone/>
              <a:defRPr sz="3780"/>
            </a:lvl1pPr>
            <a:lvl2pPr marL="539999" indent="0">
              <a:buNone/>
              <a:defRPr sz="3307"/>
            </a:lvl2pPr>
            <a:lvl3pPr marL="1079998" indent="0">
              <a:buNone/>
              <a:defRPr sz="2835"/>
            </a:lvl3pPr>
            <a:lvl4pPr marL="1619997" indent="0">
              <a:buNone/>
              <a:defRPr sz="2362"/>
            </a:lvl4pPr>
            <a:lvl5pPr marL="2159996" indent="0">
              <a:buNone/>
              <a:defRPr sz="2362"/>
            </a:lvl5pPr>
            <a:lvl6pPr marL="2699995" indent="0">
              <a:buNone/>
              <a:defRPr sz="2362"/>
            </a:lvl6pPr>
            <a:lvl7pPr marL="3239994" indent="0">
              <a:buNone/>
              <a:defRPr sz="2362"/>
            </a:lvl7pPr>
            <a:lvl8pPr marL="3779992" indent="0">
              <a:buNone/>
              <a:defRPr sz="2362"/>
            </a:lvl8pPr>
            <a:lvl9pPr marL="4319991" indent="0">
              <a:buNone/>
              <a:defRPr sz="236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3890" y="3239929"/>
            <a:ext cx="3483205" cy="6002369"/>
          </a:xfrm>
        </p:spPr>
        <p:txBody>
          <a:bodyPr/>
          <a:lstStyle>
            <a:lvl1pPr marL="0" indent="0">
              <a:buNone/>
              <a:defRPr sz="1890"/>
            </a:lvl1pPr>
            <a:lvl2pPr marL="539999" indent="0">
              <a:buNone/>
              <a:defRPr sz="1654"/>
            </a:lvl2pPr>
            <a:lvl3pPr marL="1079998" indent="0">
              <a:buNone/>
              <a:defRPr sz="1417"/>
            </a:lvl3pPr>
            <a:lvl4pPr marL="1619997" indent="0">
              <a:buNone/>
              <a:defRPr sz="1181"/>
            </a:lvl4pPr>
            <a:lvl5pPr marL="2159996" indent="0">
              <a:buNone/>
              <a:defRPr sz="1181"/>
            </a:lvl5pPr>
            <a:lvl6pPr marL="2699995" indent="0">
              <a:buNone/>
              <a:defRPr sz="1181"/>
            </a:lvl6pPr>
            <a:lvl7pPr marL="3239994" indent="0">
              <a:buNone/>
              <a:defRPr sz="1181"/>
            </a:lvl7pPr>
            <a:lvl8pPr marL="3779992" indent="0">
              <a:buNone/>
              <a:defRPr sz="1181"/>
            </a:lvl8pPr>
            <a:lvl9pPr marL="4319991" indent="0">
              <a:buNone/>
              <a:defRPr sz="118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6FE15-438E-E24B-8C98-F844D4F131D8}" type="datetimeFigureOut">
              <a:rPr lang="en-US" smtClean="0"/>
              <a:t>2/19/25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9510D-DD11-0B47-B2C7-970865113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9760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6FE15-438E-E24B-8C98-F844D4F131D8}" type="datetimeFigureOut">
              <a:rPr lang="en-US" smtClean="0"/>
              <a:t>2/19/25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9510D-DD11-0B47-B2C7-970865113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5864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728581" y="574987"/>
            <a:ext cx="2328699" cy="91523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484" y="574987"/>
            <a:ext cx="6851100" cy="91523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6FE15-438E-E24B-8C98-F844D4F131D8}" type="datetimeFigureOut">
              <a:rPr lang="en-US" smtClean="0"/>
              <a:t>2/19/25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9510D-DD11-0B47-B2C7-970865113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3155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42484" y="574990"/>
            <a:ext cx="9314796" cy="20874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2484" y="2874937"/>
            <a:ext cx="9314796" cy="68523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2484" y="10009783"/>
            <a:ext cx="2429947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1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16FE15-438E-E24B-8C98-F844D4F131D8}" type="datetimeFigureOut">
              <a:rPr lang="en-US" smtClean="0"/>
              <a:t>2/19/25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77422" y="10009783"/>
            <a:ext cx="3644920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1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7332" y="10009783"/>
            <a:ext cx="2429947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1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59510D-DD11-0B47-B2C7-970865113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7834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079998" rtl="0" eaLnBrk="1" latinLnBrk="0" hangingPunct="1">
        <a:lnSpc>
          <a:spcPct val="90000"/>
        </a:lnSpc>
        <a:spcBef>
          <a:spcPct val="0"/>
        </a:spcBef>
        <a:buNone/>
        <a:defRPr sz="519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9999" indent="-269999" algn="l" defTabSz="1079998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3307" kern="1200">
          <a:solidFill>
            <a:schemeClr val="tx1"/>
          </a:solidFill>
          <a:latin typeface="+mn-lt"/>
          <a:ea typeface="+mn-ea"/>
          <a:cs typeface="+mn-cs"/>
        </a:defRPr>
      </a:lvl1pPr>
      <a:lvl2pPr marL="809998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2pPr>
      <a:lvl3pPr marL="1349997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362" kern="1200">
          <a:solidFill>
            <a:schemeClr val="tx1"/>
          </a:solidFill>
          <a:latin typeface="+mn-lt"/>
          <a:ea typeface="+mn-ea"/>
          <a:cs typeface="+mn-cs"/>
        </a:defRPr>
      </a:lvl3pPr>
      <a:lvl4pPr marL="1889996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4pPr>
      <a:lvl5pPr marL="2429995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5pPr>
      <a:lvl6pPr marL="2969994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6pPr>
      <a:lvl7pPr marL="3509993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7pPr>
      <a:lvl8pPr marL="4049992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8pPr>
      <a:lvl9pPr marL="4589991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1pPr>
      <a:lvl2pPr marL="539999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2pPr>
      <a:lvl3pPr marL="1079998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3pPr>
      <a:lvl4pPr marL="1619997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4pPr>
      <a:lvl5pPr marL="2159996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5pPr>
      <a:lvl6pPr marL="2699995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6pPr>
      <a:lvl7pPr marL="3239994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7pPr>
      <a:lvl8pPr marL="3779992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8pPr>
      <a:lvl9pPr marL="4319991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ardrop 4">
            <a:extLst>
              <a:ext uri="{FF2B5EF4-FFF2-40B4-BE49-F238E27FC236}">
                <a16:creationId xmlns:a16="http://schemas.microsoft.com/office/drawing/2014/main" id="{81596F91-22C3-AEE4-A24A-0A0DBAEBA7A6}"/>
              </a:ext>
            </a:extLst>
          </p:cNvPr>
          <p:cNvSpPr>
            <a:spLocks/>
          </p:cNvSpPr>
          <p:nvPr/>
        </p:nvSpPr>
        <p:spPr>
          <a:xfrm>
            <a:off x="1226892" y="1226892"/>
            <a:ext cx="8345978" cy="8345978"/>
          </a:xfrm>
          <a:prstGeom prst="teardrop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Bauhaus 93" pitchFamily="82" charset="77"/>
              <a:ea typeface="Ayuthaya" pitchFamily="2" charset="-34"/>
              <a:cs typeface="Ayuthaya" pitchFamily="2" charset="-34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5326860-65AE-013D-27A6-893C4229C095}"/>
              </a:ext>
            </a:extLst>
          </p:cNvPr>
          <p:cNvSpPr txBox="1"/>
          <p:nvPr/>
        </p:nvSpPr>
        <p:spPr>
          <a:xfrm>
            <a:off x="1384834" y="2660669"/>
            <a:ext cx="8030094" cy="547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5000" spc="-300" dirty="0">
                <a:solidFill>
                  <a:schemeClr val="bg1"/>
                </a:solidFill>
                <a:latin typeface="DokChampa" panose="020B0604020202020204" pitchFamily="34" charset="-34"/>
                <a:ea typeface="Ayuthaya" pitchFamily="2" charset="-34"/>
                <a:cs typeface="DokChampa" panose="020B0604020202020204" pitchFamily="34" charset="-34"/>
              </a:rPr>
              <a:t>DH</a:t>
            </a:r>
          </a:p>
        </p:txBody>
      </p:sp>
    </p:spTree>
    <p:extLst>
      <p:ext uri="{BB962C8B-B14F-4D97-AF65-F5344CB8AC3E}">
        <p14:creationId xmlns:p14="http://schemas.microsoft.com/office/powerpoint/2010/main" val="12435246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</TotalTime>
  <Words>1</Words>
  <Application>Microsoft Macintosh PowerPoint</Application>
  <PresentationFormat>Custom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Bauhaus 93</vt:lpstr>
      <vt:lpstr>DokChampa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Liz Familiar</dc:creator>
  <cp:lastModifiedBy>Liz Familiar</cp:lastModifiedBy>
  <cp:revision>3</cp:revision>
  <dcterms:created xsi:type="dcterms:W3CDTF">2025-02-19T15:39:37Z</dcterms:created>
  <dcterms:modified xsi:type="dcterms:W3CDTF">2025-02-19T15:50:12Z</dcterms:modified>
</cp:coreProperties>
</file>